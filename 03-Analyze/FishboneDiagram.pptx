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54277-052C-4089-B33C-817438124E6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E6394-855F-4991-BB08-E8FAF3D16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0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D83B-2D95-5C78-73AA-513E0DF59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6BAA5-A4E0-944C-2296-0973BDE77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9E810-C952-3A88-5AA8-33815F7E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C9335-CC6D-FD98-1F66-7C99F9BEE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277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62C4-9DBD-4E6E-7E01-779BAA719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D562B-D31A-5209-0A3A-82CC566D9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56DDB-7AF8-4A00-8254-BE30DDD4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0699-BE35-1F8A-EBE5-252A5A91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89528-426A-5AF1-34B1-DC28C1C4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6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7F40-5127-DB60-C621-3997B559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A5AC2-2F24-D40B-0F2B-814CEB59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0B4D7-1C5A-3BBF-9D14-95F432F9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AC3E-CAE2-E537-F778-3E0B7327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D11A6-82D7-3164-2985-A3A7C3B4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1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0E2A-1194-33D1-C5D7-B0657461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64CDB-7F67-F852-CCE1-5D7DA0E71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25C68-A7FA-FA9A-16D4-A881FF27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8F55F-9707-837F-3732-C71713BD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4C306-08E9-E22E-4FFF-C828A52D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3C5-CD3D-AF8E-C289-51796C7E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E5D0-38F8-6C81-341B-6D7BB9943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04A06-9551-78E5-3E43-45FD4FE4B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A338F-8C20-CC47-AD0C-272CB224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E254F-4CA0-F8F8-167E-B8EB5EC5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86A2A-CC9F-031F-6693-4F1D30D2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5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4022-A924-C29A-DA64-BDD00AEC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E9256-C590-265C-866D-C78560466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94212-3DFC-2963-C627-9C7AE2E29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A448F-F464-AAE8-CC4C-8062F13ED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F9966-C4FE-A378-59C3-E400D904D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56962-0137-86C6-8D10-D77E1375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47284-0D90-9441-D317-72B85C4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5E853-D4DB-54C3-CA8E-B93A0316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9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A453-2F11-AA13-FE18-817A701D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7C961-E76D-7DB8-7AD2-080CAB97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2B853-CB49-8287-4DF5-2DBC6927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98350-6246-6699-0920-ECB2DCD7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7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DBD63-698F-F27F-9698-3A2D280B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7287B-AA59-166C-8107-0F653B54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43A8-BEA8-3CAA-85D6-B1C2F92A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6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A8EC-4D9F-663E-50A8-2351B6FBB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4A3B-9397-BFCC-1B69-BD03A30A2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6592E-BAF8-1225-002D-DDCACCF46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28F27-FC6E-6195-F222-7880E19D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79A26-2FF8-9E35-2D70-20D1BDE7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E8573-C960-B375-A0C9-C9544735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2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2814-2B61-9EB9-3965-6E57C120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D5753-216A-9254-76F4-1EF20AB42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0B6BE-F319-686A-A2DE-84FA9A992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9DF3-2BF9-C609-43D9-90CD8E6B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5A4B1-848A-DC23-5F8C-2284CD41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35B07-29E4-6DD6-6718-FDEFA987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56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5393-18C6-B1AF-F099-29AEDF0D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A3465-E65E-E0BF-DD4D-22D8A4C2B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E6786-CD95-6758-14DC-08548F8C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A4256-9D03-34D5-730B-9F903570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483A-3596-728C-FB75-7684002D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DA097-639F-BD5B-3492-955F02ABB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69F0D-E0D9-900A-2FB1-04F0BD11F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EACDB-3DE0-D240-43A1-70113A7F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7F82F-8329-818F-6C62-238A99D9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3FE83-D763-7307-EE21-271C4E9A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8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5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83FFA-A4BA-FF2D-8709-259285AB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9257B-D1AD-F368-FECE-D56D328AA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D53F8-D20B-CD1C-1345-C49B32352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2FF3D-FC16-4282-A991-2A0A256361D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6D6C1-82C6-B5F3-042E-965B59C76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92BF0-671E-623D-666E-D2580AB60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129D9-514A-49C3-B647-1CBEA06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DFF3-059A-FB77-7B8F-C95C343D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4067BFA7-FFCC-9AC6-1F1B-12EE56CF766A}"/>
              </a:ext>
            </a:extLst>
          </p:cNvPr>
          <p:cNvSpPr txBox="1"/>
          <p:nvPr/>
        </p:nvSpPr>
        <p:spPr>
          <a:xfrm>
            <a:off x="7274827" y="5563621"/>
            <a:ext cx="4804135" cy="1036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09585"/>
            <a:r>
              <a:rPr lang="en-US" sz="18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Owner: Sabab Abrar Hamim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Cert: Lean Six Sigma Green Belt (June 2026)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University: UT Arlington — Industrial, Manufacturing, and Systems Eng.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Minors: Information Systems | Sustainable Eng.</a:t>
            </a:r>
          </a:p>
          <a:p>
            <a:pPr algn="r" defTabSz="609585"/>
            <a:r>
              <a:rPr lang="en-US" sz="1067" b="1" dirty="0">
                <a:solidFill>
                  <a:srgbClr val="4F81BD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Timeline: June – August 2026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72BF1D-3E8D-7D6D-2A9D-2A6D28D52CC2}"/>
              </a:ext>
            </a:extLst>
          </p:cNvPr>
          <p:cNvCxnSpPr>
            <a:cxnSpLocks/>
          </p:cNvCxnSpPr>
          <p:nvPr/>
        </p:nvCxnSpPr>
        <p:spPr>
          <a:xfrm>
            <a:off x="406400" y="3158066"/>
            <a:ext cx="889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BB6979-09C5-261D-A17E-BE3C7CAE30C9}"/>
              </a:ext>
            </a:extLst>
          </p:cNvPr>
          <p:cNvSpPr txBox="1"/>
          <p:nvPr/>
        </p:nvSpPr>
        <p:spPr>
          <a:xfrm>
            <a:off x="9494105" y="2973400"/>
            <a:ext cx="2697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Flight Delays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A26DAB-76D3-7768-510A-E35B43E91CF9}"/>
              </a:ext>
            </a:extLst>
          </p:cNvPr>
          <p:cNvCxnSpPr>
            <a:cxnSpLocks/>
          </p:cNvCxnSpPr>
          <p:nvPr/>
        </p:nvCxnSpPr>
        <p:spPr>
          <a:xfrm flipV="1">
            <a:off x="2150533" y="3158066"/>
            <a:ext cx="1108153" cy="1371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5D7DA27-01A9-5F2D-71F7-8B433D1358CB}"/>
              </a:ext>
            </a:extLst>
          </p:cNvPr>
          <p:cNvSpPr txBox="1"/>
          <p:nvPr/>
        </p:nvSpPr>
        <p:spPr>
          <a:xfrm>
            <a:off x="1540933" y="886023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Equipment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539461-1280-882E-9524-179A9B9739BB}"/>
              </a:ext>
            </a:extLst>
          </p:cNvPr>
          <p:cNvSpPr txBox="1"/>
          <p:nvPr/>
        </p:nvSpPr>
        <p:spPr>
          <a:xfrm>
            <a:off x="1075266" y="1193799"/>
            <a:ext cx="2150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aging aircraft, maintenance backlogs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6110A1-E96C-AE11-66C6-FB9AF902BAD6}"/>
              </a:ext>
            </a:extLst>
          </p:cNvPr>
          <p:cNvSpPr txBox="1"/>
          <p:nvPr/>
        </p:nvSpPr>
        <p:spPr>
          <a:xfrm>
            <a:off x="4487333" y="886023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0AAF4D-FE7D-5D49-B33D-C1C8C8841477}"/>
              </a:ext>
            </a:extLst>
          </p:cNvPr>
          <p:cNvSpPr txBox="1"/>
          <p:nvPr/>
        </p:nvSpPr>
        <p:spPr>
          <a:xfrm>
            <a:off x="4241800" y="1193799"/>
            <a:ext cx="2150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boarding inefficiency, tight turnaround schedules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DDA5EF-EEBB-9A09-1F42-DDD9B4C6043C}"/>
              </a:ext>
            </a:extLst>
          </p:cNvPr>
          <p:cNvSpPr txBox="1"/>
          <p:nvPr/>
        </p:nvSpPr>
        <p:spPr>
          <a:xfrm>
            <a:off x="7653867" y="886023"/>
            <a:ext cx="1278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Environment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3FE292-38B5-9142-A695-085E43171DAC}"/>
              </a:ext>
            </a:extLst>
          </p:cNvPr>
          <p:cNvSpPr txBox="1"/>
          <p:nvPr/>
        </p:nvSpPr>
        <p:spPr>
          <a:xfrm>
            <a:off x="7408334" y="1089336"/>
            <a:ext cx="2046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weather, thunderstorms (especially Florida/summer)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F1A2AA-7AD2-92DE-02E0-8D6C44436006}"/>
              </a:ext>
            </a:extLst>
          </p:cNvPr>
          <p:cNvSpPr txBox="1"/>
          <p:nvPr/>
        </p:nvSpPr>
        <p:spPr>
          <a:xfrm>
            <a:off x="1779960" y="4529664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People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9FC8E1-3835-6529-DA3C-18E7DED84C03}"/>
              </a:ext>
            </a:extLst>
          </p:cNvPr>
          <p:cNvSpPr txBox="1"/>
          <p:nvPr/>
        </p:nvSpPr>
        <p:spPr>
          <a:xfrm>
            <a:off x="4712680" y="4529665"/>
            <a:ext cx="151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Management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0B84B4-3E1C-6DBD-6863-D93887F46999}"/>
              </a:ext>
            </a:extLst>
          </p:cNvPr>
          <p:cNvSpPr txBox="1"/>
          <p:nvPr/>
        </p:nvSpPr>
        <p:spPr>
          <a:xfrm>
            <a:off x="7408334" y="4593928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External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E371C6-57B1-F30D-46CA-81A503E5D205}"/>
              </a:ext>
            </a:extLst>
          </p:cNvPr>
          <p:cNvSpPr txBox="1"/>
          <p:nvPr/>
        </p:nvSpPr>
        <p:spPr>
          <a:xfrm>
            <a:off x="1286933" y="4837441"/>
            <a:ext cx="1938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crew scheduling, staffing shortages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353771-A385-9568-B1C6-E712DAF2A9FA}"/>
              </a:ext>
            </a:extLst>
          </p:cNvPr>
          <p:cNvSpPr txBox="1"/>
          <p:nvPr/>
        </p:nvSpPr>
        <p:spPr>
          <a:xfrm>
            <a:off x="4463893" y="4793621"/>
            <a:ext cx="1938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overbooking, route planning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ADF4D2-FB6D-94FD-4A66-5E3EBD846F77}"/>
              </a:ext>
            </a:extLst>
          </p:cNvPr>
          <p:cNvSpPr txBox="1"/>
          <p:nvPr/>
        </p:nvSpPr>
        <p:spPr>
          <a:xfrm>
            <a:off x="7333024" y="4854571"/>
            <a:ext cx="142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ATC/NAS congestion, airport capacity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48D243-26B3-82CE-12E0-D900F3FC1AC1}"/>
              </a:ext>
            </a:extLst>
          </p:cNvPr>
          <p:cNvCxnSpPr>
            <a:cxnSpLocks/>
          </p:cNvCxnSpPr>
          <p:nvPr/>
        </p:nvCxnSpPr>
        <p:spPr>
          <a:xfrm flipV="1">
            <a:off x="5272773" y="3142678"/>
            <a:ext cx="950227" cy="1386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2C82AE-1B8D-713D-9B42-8CAD25532955}"/>
              </a:ext>
            </a:extLst>
          </p:cNvPr>
          <p:cNvCxnSpPr>
            <a:cxnSpLocks/>
          </p:cNvCxnSpPr>
          <p:nvPr/>
        </p:nvCxnSpPr>
        <p:spPr>
          <a:xfrm flipV="1">
            <a:off x="7817986" y="3139093"/>
            <a:ext cx="937438" cy="142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A56572-3138-4F8C-5AC5-420F7131C33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150533" y="1655464"/>
            <a:ext cx="1108153" cy="1517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46FE52A-C060-E46A-464D-4F3F334416AE}"/>
              </a:ext>
            </a:extLst>
          </p:cNvPr>
          <p:cNvCxnSpPr>
            <a:cxnSpLocks/>
          </p:cNvCxnSpPr>
          <p:nvPr/>
        </p:nvCxnSpPr>
        <p:spPr>
          <a:xfrm>
            <a:off x="5096933" y="1734655"/>
            <a:ext cx="1126067" cy="1437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736ADAC-0F34-C2CA-BCD8-996535A695E1}"/>
              </a:ext>
            </a:extLst>
          </p:cNvPr>
          <p:cNvCxnSpPr>
            <a:cxnSpLocks/>
          </p:cNvCxnSpPr>
          <p:nvPr/>
        </p:nvCxnSpPr>
        <p:spPr>
          <a:xfrm>
            <a:off x="7783139" y="1855716"/>
            <a:ext cx="972285" cy="1334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A599C75-25B5-F61C-BD92-4BCAD0E2C7E0}"/>
              </a:ext>
            </a:extLst>
          </p:cNvPr>
          <p:cNvSpPr txBox="1"/>
          <p:nvPr/>
        </p:nvSpPr>
        <p:spPr>
          <a:xfrm>
            <a:off x="-33867" y="68443"/>
            <a:ext cx="8551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Cause &amp; Effect (Fishbone) Diagram </a:t>
            </a:r>
          </a:p>
          <a:p>
            <a:r>
              <a:rPr lang="en-US" b="1" dirty="0">
                <a:solidFill>
                  <a:schemeClr val="tx2"/>
                </a:solidFill>
              </a:rPr>
              <a:t>US Flight Delays 2023</a:t>
            </a:r>
          </a:p>
        </p:txBody>
      </p:sp>
    </p:spTree>
    <p:extLst>
      <p:ext uri="{BB962C8B-B14F-4D97-AF65-F5344CB8AC3E}">
        <p14:creationId xmlns:p14="http://schemas.microsoft.com/office/powerpoint/2010/main" val="256148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Hamim, Sabab Abrar</dc:creator>
  <cp:lastModifiedBy>Hamim, Sabab Abrar</cp:lastModifiedBy>
  <cp:revision>1</cp:revision>
  <dcterms:created xsi:type="dcterms:W3CDTF">2026-07-06T18:11:16Z</dcterms:created>
  <dcterms:modified xsi:type="dcterms:W3CDTF">2026-07-06T18:13:56Z</dcterms:modified>
</cp:coreProperties>
</file>